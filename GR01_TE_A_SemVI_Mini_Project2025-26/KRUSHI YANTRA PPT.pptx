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65" r:id="rId4"/>
    <p:sldId id="268" r:id="rId5"/>
    <p:sldId id="269" r:id="rId6"/>
    <p:sldId id="270" r:id="rId7"/>
    <p:sldId id="266" r:id="rId8"/>
    <p:sldId id="267" r:id="rId9"/>
    <p:sldId id="272" r:id="rId10"/>
    <p:sldId id="273" r:id="rId11"/>
    <p:sldId id="274" r:id="rId12"/>
    <p:sldId id="276" r:id="rId13"/>
    <p:sldId id="275" r:id="rId14"/>
    <p:sldId id="271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00FFFF"/>
    <a:srgbClr val="FF9900"/>
    <a:srgbClr val="0066CC"/>
    <a:srgbClr val="FF6600"/>
    <a:srgbClr val="6600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B891E-BDFB-4E82-A5D9-457EBADB2AA7}" v="15" dt="2026-02-13T05:28:20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1" autoAdjust="0"/>
    <p:restoredTop sz="91667" autoAdjust="0"/>
  </p:normalViewPr>
  <p:slideViewPr>
    <p:cSldViewPr snapToGrid="0">
      <p:cViewPr varScale="1">
        <p:scale>
          <a:sx n="75" d="100"/>
          <a:sy n="75" d="100"/>
        </p:scale>
        <p:origin x="8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ar Mane" userId="a48d18312eb2307a" providerId="LiveId" clId="{EFF77D01-72D5-46F2-8BE8-C809DD83C179}"/>
    <pc:docChg chg="undo custSel addSld modSld">
      <pc:chgData name="Sagar Mane" userId="a48d18312eb2307a" providerId="LiveId" clId="{EFF77D01-72D5-46F2-8BE8-C809DD83C179}" dt="2026-02-13T05:33:25.706" v="296" actId="20577"/>
      <pc:docMkLst>
        <pc:docMk/>
      </pc:docMkLst>
      <pc:sldChg chg="addSp delSp modSp mod">
        <pc:chgData name="Sagar Mane" userId="a48d18312eb2307a" providerId="LiveId" clId="{EFF77D01-72D5-46F2-8BE8-C809DD83C179}" dt="2026-02-13T05:25:35.521" v="174" actId="20577"/>
        <pc:sldMkLst>
          <pc:docMk/>
          <pc:sldMk cId="0" sldId="261"/>
        </pc:sldMkLst>
        <pc:spChg chg="del mod">
          <ac:chgData name="Sagar Mane" userId="a48d18312eb2307a" providerId="LiveId" clId="{EFF77D01-72D5-46F2-8BE8-C809DD83C179}" dt="2026-02-13T05:24:22.012" v="163" actId="21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Sagar Mane" userId="a48d18312eb2307a" providerId="LiveId" clId="{EFF77D01-72D5-46F2-8BE8-C809DD83C179}" dt="2026-02-13T05:24:52.369" v="168"/>
          <ac:spMkLst>
            <pc:docMk/>
            <pc:sldMk cId="0" sldId="261"/>
            <ac:spMk id="6" creationId="{E80C9156-D38B-3831-F5D6-8EBFD1CCDD59}"/>
          </ac:spMkLst>
        </pc:spChg>
        <pc:spChg chg="add mod">
          <ac:chgData name="Sagar Mane" userId="a48d18312eb2307a" providerId="LiveId" clId="{EFF77D01-72D5-46F2-8BE8-C809DD83C179}" dt="2026-02-13T05:24:28.271" v="165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Sagar Mane" userId="a48d18312eb2307a" providerId="LiveId" clId="{EFF77D01-72D5-46F2-8BE8-C809DD83C179}" dt="2026-02-13T05:24:44.176" v="167"/>
          <ac:spMkLst>
            <pc:docMk/>
            <pc:sldMk cId="0" sldId="261"/>
            <ac:spMk id="8" creationId="{1A5A9F1D-C8DB-BB40-0C8C-CC686C3385FC}"/>
          </ac:spMkLst>
        </pc:spChg>
        <pc:spChg chg="add mod">
          <ac:chgData name="Sagar Mane" userId="a48d18312eb2307a" providerId="LiveId" clId="{EFF77D01-72D5-46F2-8BE8-C809DD83C179}" dt="2026-02-13T05:25:35.521" v="174" actId="20577"/>
          <ac:spMkLst>
            <pc:docMk/>
            <pc:sldMk cId="0" sldId="261"/>
            <ac:spMk id="9" creationId="{62BF7277-EC22-220A-4B44-58D6C89A3485}"/>
          </ac:spMkLst>
        </pc:spChg>
      </pc:sldChg>
      <pc:sldChg chg="modSp mod">
        <pc:chgData name="Sagar Mane" userId="a48d18312eb2307a" providerId="LiveId" clId="{EFF77D01-72D5-46F2-8BE8-C809DD83C179}" dt="2026-02-13T05:33:02.282" v="294" actId="255"/>
        <pc:sldMkLst>
          <pc:docMk/>
          <pc:sldMk cId="47838694" sldId="265"/>
        </pc:sldMkLst>
        <pc:spChg chg="mod">
          <ac:chgData name="Sagar Mane" userId="a48d18312eb2307a" providerId="LiveId" clId="{EFF77D01-72D5-46F2-8BE8-C809DD83C179}" dt="2026-02-13T05:32:54.301" v="293" actId="12"/>
          <ac:spMkLst>
            <pc:docMk/>
            <pc:sldMk cId="47838694" sldId="265"/>
            <ac:spMk id="2" creationId="{9E6D69F7-626E-E43B-F4A9-DA232BEE0441}"/>
          </ac:spMkLst>
        </pc:spChg>
        <pc:spChg chg="mod">
          <ac:chgData name="Sagar Mane" userId="a48d18312eb2307a" providerId="LiveId" clId="{EFF77D01-72D5-46F2-8BE8-C809DD83C179}" dt="2026-02-13T05:33:02.282" v="294" actId="255"/>
          <ac:spMkLst>
            <pc:docMk/>
            <pc:sldMk cId="47838694" sldId="265"/>
            <ac:spMk id="4" creationId="{1709BAC1-76B9-41D5-89AC-D70844E1F681}"/>
          </ac:spMkLst>
        </pc:spChg>
      </pc:sldChg>
      <pc:sldChg chg="modSp mod">
        <pc:chgData name="Sagar Mane" userId="a48d18312eb2307a" providerId="LiveId" clId="{EFF77D01-72D5-46F2-8BE8-C809DD83C179}" dt="2026-02-13T05:33:25.706" v="296" actId="20577"/>
        <pc:sldMkLst>
          <pc:docMk/>
          <pc:sldMk cId="3257991906" sldId="267"/>
        </pc:sldMkLst>
        <pc:spChg chg="mod">
          <ac:chgData name="Sagar Mane" userId="a48d18312eb2307a" providerId="LiveId" clId="{EFF77D01-72D5-46F2-8BE8-C809DD83C179}" dt="2026-02-13T05:33:21.780" v="295" actId="1076"/>
          <ac:spMkLst>
            <pc:docMk/>
            <pc:sldMk cId="3257991906" sldId="267"/>
            <ac:spMk id="7" creationId="{65605729-2CEB-DD8E-EECC-3928D9925BBF}"/>
          </ac:spMkLst>
        </pc:spChg>
        <pc:spChg chg="mod">
          <ac:chgData name="Sagar Mane" userId="a48d18312eb2307a" providerId="LiveId" clId="{EFF77D01-72D5-46F2-8BE8-C809DD83C179}" dt="2026-02-13T05:33:25.706" v="296" actId="20577"/>
          <ac:spMkLst>
            <pc:docMk/>
            <pc:sldMk cId="3257991906" sldId="267"/>
            <ac:spMk id="9" creationId="{2B94238F-3602-7290-0068-8ACFAC5DC1B3}"/>
          </ac:spMkLst>
        </pc:spChg>
      </pc:sldChg>
      <pc:sldChg chg="addSp delSp modSp mod">
        <pc:chgData name="Sagar Mane" userId="a48d18312eb2307a" providerId="LiveId" clId="{EFF77D01-72D5-46F2-8BE8-C809DD83C179}" dt="2026-02-13T05:22:08.390" v="162" actId="255"/>
        <pc:sldMkLst>
          <pc:docMk/>
          <pc:sldMk cId="275485610" sldId="271"/>
        </pc:sldMkLst>
        <pc:spChg chg="add del mod">
          <ac:chgData name="Sagar Mane" userId="a48d18312eb2307a" providerId="LiveId" clId="{EFF77D01-72D5-46F2-8BE8-C809DD83C179}" dt="2026-02-13T05:20:59.466" v="115" actId="21"/>
          <ac:spMkLst>
            <pc:docMk/>
            <pc:sldMk cId="275485610" sldId="271"/>
            <ac:spMk id="2" creationId="{57DC75F6-4793-8CD1-1F14-0F513A4ACBC9}"/>
          </ac:spMkLst>
        </pc:spChg>
        <pc:spChg chg="add mod">
          <ac:chgData name="Sagar Mane" userId="a48d18312eb2307a" providerId="LiveId" clId="{EFF77D01-72D5-46F2-8BE8-C809DD83C179}" dt="2026-02-13T05:21:55.412" v="160" actId="12"/>
          <ac:spMkLst>
            <pc:docMk/>
            <pc:sldMk cId="275485610" sldId="271"/>
            <ac:spMk id="3" creationId="{6090B57B-E077-27C6-AE86-A2FBD13A1849}"/>
          </ac:spMkLst>
        </pc:spChg>
        <pc:spChg chg="mod">
          <ac:chgData name="Sagar Mane" userId="a48d18312eb2307a" providerId="LiveId" clId="{EFF77D01-72D5-46F2-8BE8-C809DD83C179}" dt="2026-02-13T05:22:08.390" v="162" actId="255"/>
          <ac:spMkLst>
            <pc:docMk/>
            <pc:sldMk cId="275485610" sldId="271"/>
            <ac:spMk id="5" creationId="{C684F167-08C0-5A17-9C85-5F11915E1401}"/>
          </ac:spMkLst>
        </pc:spChg>
        <pc:spChg chg="del mod">
          <ac:chgData name="Sagar Mane" userId="a48d18312eb2307a" providerId="LiveId" clId="{EFF77D01-72D5-46F2-8BE8-C809DD83C179}" dt="2026-02-13T05:20:50.734" v="113" actId="21"/>
          <ac:spMkLst>
            <pc:docMk/>
            <pc:sldMk cId="275485610" sldId="271"/>
            <ac:spMk id="7" creationId="{57DC75F6-4793-8CD1-1F14-0F513A4ACBC9}"/>
          </ac:spMkLst>
        </pc:spChg>
      </pc:sldChg>
      <pc:sldChg chg="addSp modSp new mod">
        <pc:chgData name="Sagar Mane" userId="a48d18312eb2307a" providerId="LiveId" clId="{EFF77D01-72D5-46F2-8BE8-C809DD83C179}" dt="2026-02-13T04:01:33.135" v="97" actId="313"/>
        <pc:sldMkLst>
          <pc:docMk/>
          <pc:sldMk cId="3157013570" sldId="272"/>
        </pc:sldMkLst>
        <pc:spChg chg="add mod">
          <ac:chgData name="Sagar Mane" userId="a48d18312eb2307a" providerId="LiveId" clId="{EFF77D01-72D5-46F2-8BE8-C809DD83C179}" dt="2026-02-13T04:01:33.135" v="97" actId="313"/>
          <ac:spMkLst>
            <pc:docMk/>
            <pc:sldMk cId="3157013570" sldId="272"/>
            <ac:spMk id="4" creationId="{49AD96FF-5767-0361-57B0-EE483BDFB227}"/>
          </ac:spMkLst>
        </pc:spChg>
        <pc:picChg chg="add mod modCrop">
          <ac:chgData name="Sagar Mane" userId="a48d18312eb2307a" providerId="LiveId" clId="{EFF77D01-72D5-46F2-8BE8-C809DD83C179}" dt="2026-02-13T04:01:30.504" v="96" actId="1076"/>
          <ac:picMkLst>
            <pc:docMk/>
            <pc:sldMk cId="3157013570" sldId="272"/>
            <ac:picMk id="3" creationId="{03C64C18-0A10-7DDF-2AB3-AD3EFE23434C}"/>
          </ac:picMkLst>
        </pc:picChg>
      </pc:sldChg>
      <pc:sldChg chg="addSp modSp new mod">
        <pc:chgData name="Sagar Mane" userId="a48d18312eb2307a" providerId="LiveId" clId="{EFF77D01-72D5-46F2-8BE8-C809DD83C179}" dt="2026-02-13T05:32:33.217" v="290" actId="1076"/>
        <pc:sldMkLst>
          <pc:docMk/>
          <pc:sldMk cId="2217283796" sldId="273"/>
        </pc:sldMkLst>
        <pc:spChg chg="add mod">
          <ac:chgData name="Sagar Mane" userId="a48d18312eb2307a" providerId="LiveId" clId="{EFF77D01-72D5-46F2-8BE8-C809DD83C179}" dt="2026-02-13T04:01:25.763" v="95" actId="1076"/>
          <ac:spMkLst>
            <pc:docMk/>
            <pc:sldMk cId="2217283796" sldId="273"/>
            <ac:spMk id="2" creationId="{D3CFA823-EE7D-34AB-34B6-14EEB0336132}"/>
          </ac:spMkLst>
        </pc:spChg>
        <pc:picChg chg="add mod modCrop">
          <ac:chgData name="Sagar Mane" userId="a48d18312eb2307a" providerId="LiveId" clId="{EFF77D01-72D5-46F2-8BE8-C809DD83C179}" dt="2026-02-13T05:32:33.217" v="290" actId="1076"/>
          <ac:picMkLst>
            <pc:docMk/>
            <pc:sldMk cId="2217283796" sldId="273"/>
            <ac:picMk id="4" creationId="{07A81B43-E678-7A20-B71D-EE584604F99D}"/>
          </ac:picMkLst>
        </pc:picChg>
      </pc:sldChg>
      <pc:sldChg chg="addSp delSp modSp new mod">
        <pc:chgData name="Sagar Mane" userId="a48d18312eb2307a" providerId="LiveId" clId="{EFF77D01-72D5-46F2-8BE8-C809DD83C179}" dt="2026-02-13T05:29:43.887" v="238" actId="1076"/>
        <pc:sldMkLst>
          <pc:docMk/>
          <pc:sldMk cId="2557651491" sldId="274"/>
        </pc:sldMkLst>
        <pc:spChg chg="add mod">
          <ac:chgData name="Sagar Mane" userId="a48d18312eb2307a" providerId="LiveId" clId="{EFF77D01-72D5-46F2-8BE8-C809DD83C179}" dt="2026-02-13T05:26:18.553" v="194" actId="113"/>
          <ac:spMkLst>
            <pc:docMk/>
            <pc:sldMk cId="2557651491" sldId="274"/>
            <ac:spMk id="2" creationId="{9ACADC55-E9CF-79E6-B9D5-174615200094}"/>
          </ac:spMkLst>
        </pc:spChg>
        <pc:picChg chg="add mod">
          <ac:chgData name="Sagar Mane" userId="a48d18312eb2307a" providerId="LiveId" clId="{EFF77D01-72D5-46F2-8BE8-C809DD83C179}" dt="2026-02-13T05:29:35.964" v="236" actId="1076"/>
          <ac:picMkLst>
            <pc:docMk/>
            <pc:sldMk cId="2557651491" sldId="274"/>
            <ac:picMk id="4" creationId="{06D58CF6-FFF0-B6E2-75DD-54FDF4E1C796}"/>
          </ac:picMkLst>
        </pc:picChg>
        <pc:picChg chg="add del mod">
          <ac:chgData name="Sagar Mane" userId="a48d18312eb2307a" providerId="LiveId" clId="{EFF77D01-72D5-46F2-8BE8-C809DD83C179}" dt="2026-02-13T05:27:45.085" v="205" actId="21"/>
          <ac:picMkLst>
            <pc:docMk/>
            <pc:sldMk cId="2557651491" sldId="274"/>
            <ac:picMk id="6" creationId="{867DB749-6494-7136-D508-489903630EE7}"/>
          </ac:picMkLst>
        </pc:picChg>
        <pc:picChg chg="add del mod">
          <ac:chgData name="Sagar Mane" userId="a48d18312eb2307a" providerId="LiveId" clId="{EFF77D01-72D5-46F2-8BE8-C809DD83C179}" dt="2026-02-13T05:27:26.802" v="201" actId="478"/>
          <ac:picMkLst>
            <pc:docMk/>
            <pc:sldMk cId="2557651491" sldId="274"/>
            <ac:picMk id="8" creationId="{15BB281E-2E70-0F85-8422-A14E3A6129DC}"/>
          </ac:picMkLst>
        </pc:picChg>
        <pc:picChg chg="add mod">
          <ac:chgData name="Sagar Mane" userId="a48d18312eb2307a" providerId="LiveId" clId="{EFF77D01-72D5-46F2-8BE8-C809DD83C179}" dt="2026-02-13T05:29:08.579" v="228" actId="1076"/>
          <ac:picMkLst>
            <pc:docMk/>
            <pc:sldMk cId="2557651491" sldId="274"/>
            <ac:picMk id="10" creationId="{592DB241-DD2B-D023-B2BD-B186A138EB93}"/>
          </ac:picMkLst>
        </pc:picChg>
        <pc:picChg chg="add mod">
          <ac:chgData name="Sagar Mane" userId="a48d18312eb2307a" providerId="LiveId" clId="{EFF77D01-72D5-46F2-8BE8-C809DD83C179}" dt="2026-02-13T05:29:04.789" v="227" actId="14100"/>
          <ac:picMkLst>
            <pc:docMk/>
            <pc:sldMk cId="2557651491" sldId="274"/>
            <ac:picMk id="11" creationId="{867DB749-6494-7136-D508-489903630EE7}"/>
          </ac:picMkLst>
        </pc:picChg>
        <pc:picChg chg="add mod">
          <ac:chgData name="Sagar Mane" userId="a48d18312eb2307a" providerId="LiveId" clId="{EFF77D01-72D5-46F2-8BE8-C809DD83C179}" dt="2026-02-13T05:29:43.887" v="238" actId="1076"/>
          <ac:picMkLst>
            <pc:docMk/>
            <pc:sldMk cId="2557651491" sldId="274"/>
            <ac:picMk id="13" creationId="{945FC009-1FA1-D8C8-F20A-E6BB90D029A0}"/>
          </ac:picMkLst>
        </pc:picChg>
      </pc:sldChg>
      <pc:sldChg chg="addSp delSp modSp new mod">
        <pc:chgData name="Sagar Mane" userId="a48d18312eb2307a" providerId="LiveId" clId="{EFF77D01-72D5-46F2-8BE8-C809DD83C179}" dt="2026-02-13T05:32:16.556" v="288" actId="1076"/>
        <pc:sldMkLst>
          <pc:docMk/>
          <pc:sldMk cId="3121114513" sldId="275"/>
        </pc:sldMkLst>
        <pc:picChg chg="add mod">
          <ac:chgData name="Sagar Mane" userId="a48d18312eb2307a" providerId="LiveId" clId="{EFF77D01-72D5-46F2-8BE8-C809DD83C179}" dt="2026-02-13T05:32:13.295" v="287" actId="1076"/>
          <ac:picMkLst>
            <pc:docMk/>
            <pc:sldMk cId="3121114513" sldId="275"/>
            <ac:picMk id="3" creationId="{9D788FF9-BE63-2E4D-BCFD-639AD8F6D613}"/>
          </ac:picMkLst>
        </pc:picChg>
        <pc:picChg chg="add mod">
          <ac:chgData name="Sagar Mane" userId="a48d18312eb2307a" providerId="LiveId" clId="{EFF77D01-72D5-46F2-8BE8-C809DD83C179}" dt="2026-02-13T05:32:16.556" v="288" actId="1076"/>
          <ac:picMkLst>
            <pc:docMk/>
            <pc:sldMk cId="3121114513" sldId="275"/>
            <ac:picMk id="5" creationId="{921533C8-D2F2-0BBD-9FA0-E0F24B49642E}"/>
          </ac:picMkLst>
        </pc:picChg>
        <pc:picChg chg="add del mod">
          <ac:chgData name="Sagar Mane" userId="a48d18312eb2307a" providerId="LiveId" clId="{EFF77D01-72D5-46F2-8BE8-C809DD83C179}" dt="2026-02-13T05:32:00.566" v="282" actId="478"/>
          <ac:picMkLst>
            <pc:docMk/>
            <pc:sldMk cId="3121114513" sldId="275"/>
            <ac:picMk id="7" creationId="{2389AE68-1EE3-3CA1-55DB-93FB29C1C3C4}"/>
          </ac:picMkLst>
        </pc:picChg>
        <pc:picChg chg="add mod">
          <ac:chgData name="Sagar Mane" userId="a48d18312eb2307a" providerId="LiveId" clId="{EFF77D01-72D5-46F2-8BE8-C809DD83C179}" dt="2026-02-13T05:32:10.643" v="286" actId="1076"/>
          <ac:picMkLst>
            <pc:docMk/>
            <pc:sldMk cId="3121114513" sldId="275"/>
            <ac:picMk id="9" creationId="{0FF6227C-9590-F4A6-95BE-5FB73459F073}"/>
          </ac:picMkLst>
        </pc:picChg>
      </pc:sldChg>
      <pc:sldChg chg="addSp delSp modSp new mod">
        <pc:chgData name="Sagar Mane" userId="a48d18312eb2307a" providerId="LiveId" clId="{EFF77D01-72D5-46F2-8BE8-C809DD83C179}" dt="2026-02-13T05:31:34.147" v="270" actId="1076"/>
        <pc:sldMkLst>
          <pc:docMk/>
          <pc:sldMk cId="2271521865" sldId="276"/>
        </pc:sldMkLst>
        <pc:picChg chg="add mod">
          <ac:chgData name="Sagar Mane" userId="a48d18312eb2307a" providerId="LiveId" clId="{EFF77D01-72D5-46F2-8BE8-C809DD83C179}" dt="2026-02-13T05:30:03.014" v="245" actId="1076"/>
          <ac:picMkLst>
            <pc:docMk/>
            <pc:sldMk cId="2271521865" sldId="276"/>
            <ac:picMk id="3" creationId="{C96C23CC-4588-3697-A6D9-4EECB3FFD17E}"/>
          </ac:picMkLst>
        </pc:picChg>
        <pc:picChg chg="add del mod">
          <ac:chgData name="Sagar Mane" userId="a48d18312eb2307a" providerId="LiveId" clId="{EFF77D01-72D5-46F2-8BE8-C809DD83C179}" dt="2026-02-13T05:29:53.356" v="243" actId="478"/>
          <ac:picMkLst>
            <pc:docMk/>
            <pc:sldMk cId="2271521865" sldId="276"/>
            <ac:picMk id="5" creationId="{CF8DA752-4CB1-6299-8B47-CD2B033F4116}"/>
          </ac:picMkLst>
        </pc:picChg>
        <pc:picChg chg="add del mod">
          <ac:chgData name="Sagar Mane" userId="a48d18312eb2307a" providerId="LiveId" clId="{EFF77D01-72D5-46F2-8BE8-C809DD83C179}" dt="2026-02-13T05:28:18.146" v="215" actId="21"/>
          <ac:picMkLst>
            <pc:docMk/>
            <pc:sldMk cId="2271521865" sldId="276"/>
            <ac:picMk id="6" creationId="{867DB749-6494-7136-D508-489903630EE7}"/>
          </ac:picMkLst>
        </pc:picChg>
        <pc:picChg chg="add del mod">
          <ac:chgData name="Sagar Mane" userId="a48d18312eb2307a" providerId="LiveId" clId="{EFF77D01-72D5-46F2-8BE8-C809DD83C179}" dt="2026-02-13T05:30:51.314" v="260" actId="21"/>
          <ac:picMkLst>
            <pc:docMk/>
            <pc:sldMk cId="2271521865" sldId="276"/>
            <ac:picMk id="8" creationId="{BA9772F7-3DB6-35C8-0B7D-7696374A8759}"/>
          </ac:picMkLst>
        </pc:picChg>
        <pc:picChg chg="add del mod">
          <ac:chgData name="Sagar Mane" userId="a48d18312eb2307a" providerId="LiveId" clId="{EFF77D01-72D5-46F2-8BE8-C809DD83C179}" dt="2026-02-13T05:30:49.418" v="259" actId="21"/>
          <ac:picMkLst>
            <pc:docMk/>
            <pc:sldMk cId="2271521865" sldId="276"/>
            <ac:picMk id="10" creationId="{F423D6A6-9328-965A-9C80-72DDCC52900A}"/>
          </ac:picMkLst>
        </pc:picChg>
        <pc:picChg chg="add del mod">
          <ac:chgData name="Sagar Mane" userId="a48d18312eb2307a" providerId="LiveId" clId="{EFF77D01-72D5-46F2-8BE8-C809DD83C179}" dt="2026-02-13T05:30:43.700" v="256" actId="931"/>
          <ac:picMkLst>
            <pc:docMk/>
            <pc:sldMk cId="2271521865" sldId="276"/>
            <ac:picMk id="12" creationId="{2033DABF-CAA2-2A45-BB8E-8AF5D19755FA}"/>
          </ac:picMkLst>
        </pc:picChg>
        <pc:picChg chg="add del mod">
          <ac:chgData name="Sagar Mane" userId="a48d18312eb2307a" providerId="LiveId" clId="{EFF77D01-72D5-46F2-8BE8-C809DD83C179}" dt="2026-02-13T05:30:43.096" v="255" actId="931"/>
          <ac:picMkLst>
            <pc:docMk/>
            <pc:sldMk cId="2271521865" sldId="276"/>
            <ac:picMk id="14" creationId="{7E4FDFE7-D739-EB02-BEA5-DF5E4134EAA7}"/>
          </ac:picMkLst>
        </pc:picChg>
        <pc:picChg chg="add mod">
          <ac:chgData name="Sagar Mane" userId="a48d18312eb2307a" providerId="LiveId" clId="{EFF77D01-72D5-46F2-8BE8-C809DD83C179}" dt="2026-02-13T05:31:34.147" v="270" actId="1076"/>
          <ac:picMkLst>
            <pc:docMk/>
            <pc:sldMk cId="2271521865" sldId="276"/>
            <ac:picMk id="16" creationId="{6ACD3CE6-0D58-5303-9707-18DEB48551A5}"/>
          </ac:picMkLst>
        </pc:picChg>
        <pc:picChg chg="add mod">
          <ac:chgData name="Sagar Mane" userId="a48d18312eb2307a" providerId="LiveId" clId="{EFF77D01-72D5-46F2-8BE8-C809DD83C179}" dt="2026-02-13T05:31:31.875" v="269" actId="1076"/>
          <ac:picMkLst>
            <pc:docMk/>
            <pc:sldMk cId="2271521865" sldId="276"/>
            <ac:picMk id="18" creationId="{A0E40F0F-8CC9-8A0E-DB63-3EE5DDC80E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9D4CA-2C07-4B8F-B437-ED218E89FEBD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19934-4CB2-4BFA-B23E-1A35D777F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6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0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7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49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6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3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4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8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6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1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1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6303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14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7915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16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4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E4F76-F1AF-4214-835A-9F4BDAB041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E93FDF-DEEC-46AD-A758-730703F81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6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raset.com/research-paper/smart-farming-with-iot-and-machine-learning-for-crop-recommendation-and-disease-detection?utm_source=chatgpt.com" TargetMode="External"/><Relationship Id="rId2" Type="http://schemas.openxmlformats.org/officeDocument/2006/relationships/hyperlink" Target="https://link.springer.com/article/10.1007/s11119-023-10014-y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1598-025-09804-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8">
            <a:extLst>
              <a:ext uri="{FF2B5EF4-FFF2-40B4-BE49-F238E27FC236}">
                <a16:creationId xmlns:a16="http://schemas.microsoft.com/office/drawing/2014/main" id="{9255C4DE-D9F7-061C-C9A4-6F84F11B1A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182" y="181367"/>
            <a:ext cx="8996346" cy="15102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DA3161-2958-BA3C-317F-FEBDC0CD0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90466"/>
            <a:ext cx="10241280" cy="433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6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C0E313-C47B-72F0-0FB9-12F7EB70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98" y="131553"/>
            <a:ext cx="12038002" cy="659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30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6D69F7-626E-E43B-F4A9-DA232BEE0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458173"/>
            <a:ext cx="10617200" cy="3941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defTabSz="60963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introduces a gamified farming platform inspired by the exploration excitement of Pokémon GO and the bite-sized learning approach of Duolingo.</a:t>
            </a:r>
          </a:p>
          <a:p>
            <a:pPr marL="342900" indent="-342900" algn="just" defTabSz="60963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transforms agriculture into an interactive adventure where farmers earn rewards for monitoring crops, improving soil health, and tracking biodiversity. </a:t>
            </a:r>
          </a:p>
          <a:p>
            <a:pPr marL="342900" indent="-342900" algn="just" defTabSz="60963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AI insights with engaging quests and challenges, the system encourages daily field activity and sustainable practices. </a:t>
            </a:r>
          </a:p>
          <a:p>
            <a:pPr marL="342900" indent="-342900" algn="just" defTabSz="60963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make smart farming both educational and motivating while increasing productivity and environmental awareness.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9BAC1-76B9-41D5-89AC-D70844E1F681}"/>
              </a:ext>
            </a:extLst>
          </p:cNvPr>
          <p:cNvSpPr txBox="1"/>
          <p:nvPr/>
        </p:nvSpPr>
        <p:spPr>
          <a:xfrm>
            <a:off x="965200" y="783208"/>
            <a:ext cx="391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783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34E6D1-8E4F-33BC-4406-F5F57008F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10194"/>
              </p:ext>
            </p:extLst>
          </p:nvPr>
        </p:nvGraphicFramePr>
        <p:xfrm>
          <a:off x="722282" y="1106515"/>
          <a:ext cx="9864435" cy="5852917"/>
        </p:xfrm>
        <a:graphic>
          <a:graphicData uri="http://schemas.openxmlformats.org/drawingml/2006/table">
            <a:tbl>
              <a:tblPr/>
              <a:tblGrid>
                <a:gridCol w="1972887">
                  <a:extLst>
                    <a:ext uri="{9D8B030D-6E8A-4147-A177-3AD203B41FA5}">
                      <a16:colId xmlns:a16="http://schemas.microsoft.com/office/drawing/2014/main" val="1188795273"/>
                    </a:ext>
                  </a:extLst>
                </a:gridCol>
                <a:gridCol w="1972887">
                  <a:extLst>
                    <a:ext uri="{9D8B030D-6E8A-4147-A177-3AD203B41FA5}">
                      <a16:colId xmlns:a16="http://schemas.microsoft.com/office/drawing/2014/main" val="1499316346"/>
                    </a:ext>
                  </a:extLst>
                </a:gridCol>
                <a:gridCol w="1972887">
                  <a:extLst>
                    <a:ext uri="{9D8B030D-6E8A-4147-A177-3AD203B41FA5}">
                      <a16:colId xmlns:a16="http://schemas.microsoft.com/office/drawing/2014/main" val="343286203"/>
                    </a:ext>
                  </a:extLst>
                </a:gridCol>
                <a:gridCol w="1972887">
                  <a:extLst>
                    <a:ext uri="{9D8B030D-6E8A-4147-A177-3AD203B41FA5}">
                      <a16:colId xmlns:a16="http://schemas.microsoft.com/office/drawing/2014/main" val="733393795"/>
                    </a:ext>
                  </a:extLst>
                </a:gridCol>
                <a:gridCol w="1972887">
                  <a:extLst>
                    <a:ext uri="{9D8B030D-6E8A-4147-A177-3AD203B41FA5}">
                      <a16:colId xmlns:a16="http://schemas.microsoft.com/office/drawing/2014/main" val="503361634"/>
                    </a:ext>
                  </a:extLst>
                </a:gridCol>
              </a:tblGrid>
              <a:tr h="67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 (Citation)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/ Method Used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Results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433007"/>
                  </a:ext>
                </a:extLst>
              </a:tr>
              <a:tr h="968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Mohanty et al., 2016 [1]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for plant disease detection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PlantVillage Dataset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~99% accuracy in controlled environment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real-world adaptability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9492"/>
                  </a:ext>
                </a:extLst>
              </a:tr>
              <a:tr h="968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Sladojevic et al., 2016 [2]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CNN classification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Self-collected leaf dataset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classification accuracy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dataset size &amp; diversity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274214"/>
                  </a:ext>
                </a:extLst>
              </a:tr>
              <a:tr h="968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Ferentinos, 2018 [3]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(CNN models)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87,000+ leaf images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99.53% accuracy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computational resources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255431"/>
                  </a:ext>
                </a:extLst>
              </a:tr>
              <a:tr h="968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 et al., 2019 [4]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(ResNet, VGG)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PlantVillage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prediction accuracy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optimized for low-end devices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502713"/>
                  </a:ext>
                </a:extLst>
              </a:tr>
              <a:tr h="125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Kamilaris &amp; Prenafeta-Boldú, 2018 [5]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DL in agriculture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datasets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 improves yield &amp; disease prediction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dependency on large datasets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0324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7E5480-CF9E-DF60-269D-63DFE8C17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994785"/>
              </p:ext>
            </p:extLst>
          </p:nvPr>
        </p:nvGraphicFramePr>
        <p:xfrm>
          <a:off x="463665" y="1106516"/>
          <a:ext cx="10123052" cy="565334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46776">
                  <a:extLst>
                    <a:ext uri="{9D8B030D-6E8A-4147-A177-3AD203B41FA5}">
                      <a16:colId xmlns:a16="http://schemas.microsoft.com/office/drawing/2014/main" val="1692537725"/>
                    </a:ext>
                  </a:extLst>
                </a:gridCol>
                <a:gridCol w="2019069">
                  <a:extLst>
                    <a:ext uri="{9D8B030D-6E8A-4147-A177-3AD203B41FA5}">
                      <a16:colId xmlns:a16="http://schemas.microsoft.com/office/drawing/2014/main" val="480745364"/>
                    </a:ext>
                  </a:extLst>
                </a:gridCol>
                <a:gridCol w="2019069">
                  <a:extLst>
                    <a:ext uri="{9D8B030D-6E8A-4147-A177-3AD203B41FA5}">
                      <a16:colId xmlns:a16="http://schemas.microsoft.com/office/drawing/2014/main" val="3243608623"/>
                    </a:ext>
                  </a:extLst>
                </a:gridCol>
                <a:gridCol w="2015377">
                  <a:extLst>
                    <a:ext uri="{9D8B030D-6E8A-4147-A177-3AD203B41FA5}">
                      <a16:colId xmlns:a16="http://schemas.microsoft.com/office/drawing/2014/main" val="1835154446"/>
                    </a:ext>
                  </a:extLst>
                </a:gridCol>
                <a:gridCol w="2022761">
                  <a:extLst>
                    <a:ext uri="{9D8B030D-6E8A-4147-A177-3AD203B41FA5}">
                      <a16:colId xmlns:a16="http://schemas.microsoft.com/office/drawing/2014/main" val="2765699403"/>
                    </a:ext>
                  </a:extLst>
                </a:gridCol>
              </a:tblGrid>
              <a:tr h="804221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374833"/>
                  </a:ext>
                </a:extLst>
              </a:tr>
              <a:tr h="96982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851380"/>
                  </a:ext>
                </a:extLst>
              </a:tr>
              <a:tr h="96982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040300"/>
                  </a:ext>
                </a:extLst>
              </a:tr>
              <a:tr h="96982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09290"/>
                  </a:ext>
                </a:extLst>
              </a:tr>
              <a:tr h="96982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754266"/>
                  </a:ext>
                </a:extLst>
              </a:tr>
              <a:tr h="9698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564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1D22F7-CAF9-74BB-A3B7-21496BE9D58F}"/>
              </a:ext>
            </a:extLst>
          </p:cNvPr>
          <p:cNvSpPr txBox="1"/>
          <p:nvPr/>
        </p:nvSpPr>
        <p:spPr>
          <a:xfrm>
            <a:off x="463665" y="223520"/>
            <a:ext cx="4829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0572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44F393-618B-7C83-200A-164B6BDB1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158660"/>
              </p:ext>
            </p:extLst>
          </p:nvPr>
        </p:nvGraphicFramePr>
        <p:xfrm>
          <a:off x="581891" y="596960"/>
          <a:ext cx="10538690" cy="5664080"/>
        </p:xfrm>
        <a:graphic>
          <a:graphicData uri="http://schemas.openxmlformats.org/drawingml/2006/table">
            <a:tbl>
              <a:tblPr/>
              <a:tblGrid>
                <a:gridCol w="2107738">
                  <a:extLst>
                    <a:ext uri="{9D8B030D-6E8A-4147-A177-3AD203B41FA5}">
                      <a16:colId xmlns:a16="http://schemas.microsoft.com/office/drawing/2014/main" val="3936063641"/>
                    </a:ext>
                  </a:extLst>
                </a:gridCol>
                <a:gridCol w="2107738">
                  <a:extLst>
                    <a:ext uri="{9D8B030D-6E8A-4147-A177-3AD203B41FA5}">
                      <a16:colId xmlns:a16="http://schemas.microsoft.com/office/drawing/2014/main" val="1663966238"/>
                    </a:ext>
                  </a:extLst>
                </a:gridCol>
                <a:gridCol w="2107738">
                  <a:extLst>
                    <a:ext uri="{9D8B030D-6E8A-4147-A177-3AD203B41FA5}">
                      <a16:colId xmlns:a16="http://schemas.microsoft.com/office/drawing/2014/main" val="1006961401"/>
                    </a:ext>
                  </a:extLst>
                </a:gridCol>
                <a:gridCol w="2107738">
                  <a:extLst>
                    <a:ext uri="{9D8B030D-6E8A-4147-A177-3AD203B41FA5}">
                      <a16:colId xmlns:a16="http://schemas.microsoft.com/office/drawing/2014/main" val="1919989231"/>
                    </a:ext>
                  </a:extLst>
                </a:gridCol>
                <a:gridCol w="2107738">
                  <a:extLst>
                    <a:ext uri="{9D8B030D-6E8A-4147-A177-3AD203B41FA5}">
                      <a16:colId xmlns:a16="http://schemas.microsoft.com/office/drawing/2014/main" val="613610402"/>
                    </a:ext>
                  </a:extLst>
                </a:gridCol>
              </a:tblGrid>
              <a:tr h="500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 (Citation)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/ Method Used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Results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61408"/>
                  </a:ext>
                </a:extLst>
              </a:tr>
              <a:tr h="931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2019 [6]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Farming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Sensor-based real-time data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field monitoring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installation &amp; maintenance cost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879819"/>
                  </a:ext>
                </a:extLst>
              </a:tr>
              <a:tr h="1147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Khanna &amp; Kaur, 2019 [7]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climate prediction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datasets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climate risk forecasting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integration with crop disease models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890239"/>
                  </a:ext>
                </a:extLst>
              </a:tr>
              <a:tr h="931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Liakos et al., 2018 [8]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algorithms (SVM, ANN, RF)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Agricultural sensor datasets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performed best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structured data input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955270"/>
                  </a:ext>
                </a:extLst>
              </a:tr>
              <a:tr h="716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Wolfert et al., 2017 [9]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 Data analytics in agriculture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Agricultural Big Data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farm productivity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privacy &amp; integration issues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210638"/>
                  </a:ext>
                </a:extLst>
              </a:tr>
              <a:tr h="1147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Carbonell et al., 2020 [10]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 monitoring &amp; sustainability models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Soil &amp; biodiversity datasets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Promotes sustainable practices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implementation &amp; low farmer awareness</a:t>
                      </a:r>
                    </a:p>
                  </a:txBody>
                  <a:tcPr marL="53909" marR="53909" marT="26954" marB="26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14922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067401-DCA5-B2BD-6B63-796E77DF8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104344"/>
              </p:ext>
            </p:extLst>
          </p:nvPr>
        </p:nvGraphicFramePr>
        <p:xfrm>
          <a:off x="581891" y="292156"/>
          <a:ext cx="10815785" cy="585455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63157">
                  <a:extLst>
                    <a:ext uri="{9D8B030D-6E8A-4147-A177-3AD203B41FA5}">
                      <a16:colId xmlns:a16="http://schemas.microsoft.com/office/drawing/2014/main" val="395206567"/>
                    </a:ext>
                  </a:extLst>
                </a:gridCol>
                <a:gridCol w="2163157">
                  <a:extLst>
                    <a:ext uri="{9D8B030D-6E8A-4147-A177-3AD203B41FA5}">
                      <a16:colId xmlns:a16="http://schemas.microsoft.com/office/drawing/2014/main" val="958064821"/>
                    </a:ext>
                  </a:extLst>
                </a:gridCol>
                <a:gridCol w="2163157">
                  <a:extLst>
                    <a:ext uri="{9D8B030D-6E8A-4147-A177-3AD203B41FA5}">
                      <a16:colId xmlns:a16="http://schemas.microsoft.com/office/drawing/2014/main" val="1307497474"/>
                    </a:ext>
                  </a:extLst>
                </a:gridCol>
                <a:gridCol w="2163157">
                  <a:extLst>
                    <a:ext uri="{9D8B030D-6E8A-4147-A177-3AD203B41FA5}">
                      <a16:colId xmlns:a16="http://schemas.microsoft.com/office/drawing/2014/main" val="3711983945"/>
                    </a:ext>
                  </a:extLst>
                </a:gridCol>
                <a:gridCol w="2163157">
                  <a:extLst>
                    <a:ext uri="{9D8B030D-6E8A-4147-A177-3AD203B41FA5}">
                      <a16:colId xmlns:a16="http://schemas.microsoft.com/office/drawing/2014/main" val="101407475"/>
                    </a:ext>
                  </a:extLst>
                </a:gridCol>
              </a:tblGrid>
              <a:tr h="105747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57076"/>
                  </a:ext>
                </a:extLst>
              </a:tr>
              <a:tr h="105747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282191"/>
                  </a:ext>
                </a:extLst>
              </a:tr>
              <a:tr h="105747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83508"/>
                  </a:ext>
                </a:extLst>
              </a:tr>
              <a:tr h="8210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24561"/>
                  </a:ext>
                </a:extLst>
              </a:tr>
              <a:tr h="8035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96059"/>
                  </a:ext>
                </a:extLst>
              </a:tr>
              <a:tr h="105747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633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21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5AE0A7-B9E3-781E-325A-9759EBE836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2" t="21575" r="5189" b="22626"/>
          <a:stretch>
            <a:fillRect/>
          </a:stretch>
        </p:blipFill>
        <p:spPr>
          <a:xfrm>
            <a:off x="162560" y="1732280"/>
            <a:ext cx="10840720" cy="33934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AC27BE-C105-5EC9-C96F-1550E8C50B27}"/>
              </a:ext>
            </a:extLst>
          </p:cNvPr>
          <p:cNvSpPr txBox="1"/>
          <p:nvPr/>
        </p:nvSpPr>
        <p:spPr>
          <a:xfrm>
            <a:off x="660400" y="386080"/>
            <a:ext cx="6563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 existing systems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1968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29D170-E571-C840-83AE-29ABE0049F34}"/>
              </a:ext>
            </a:extLst>
          </p:cNvPr>
          <p:cNvSpPr txBox="1"/>
          <p:nvPr/>
        </p:nvSpPr>
        <p:spPr>
          <a:xfrm>
            <a:off x="416052" y="1054114"/>
            <a:ext cx="10373868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lose 15–25% of crops annually due to pests, diseases, and unpredictable climate conditions. Limited access to real-time alerts, expert guidance, and sustainable farming insights reduces productivity and income. Additionally, the lack of biodiversity tracking restricts opportunities for carbon credit benefits. There is a need for an integrated, AI-driven platform to provide smart, accessible, and sustainable farming solutions.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CC9621-8F5E-2FF8-BC16-45DBE53DE131}"/>
              </a:ext>
            </a:extLst>
          </p:cNvPr>
          <p:cNvSpPr txBox="1"/>
          <p:nvPr/>
        </p:nvSpPr>
        <p:spPr>
          <a:xfrm>
            <a:off x="489204" y="365761"/>
            <a:ext cx="7530084" cy="638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4770"/>
              </a:lnSpc>
              <a:spcBef>
                <a:spcPts val="100"/>
              </a:spcBef>
              <a:tabLst>
                <a:tab pos="2100580" algn="l"/>
              </a:tabLst>
            </a:pPr>
            <a:r>
              <a:rPr lang="en-US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699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1CE9-5706-5AAC-E659-913A1231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605729-2CEB-DD8E-EECC-3928D9925BBF}"/>
              </a:ext>
            </a:extLst>
          </p:cNvPr>
          <p:cNvSpPr txBox="1"/>
          <p:nvPr/>
        </p:nvSpPr>
        <p:spPr>
          <a:xfrm>
            <a:off x="341422" y="394537"/>
            <a:ext cx="7530084" cy="638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4770"/>
              </a:lnSpc>
              <a:spcBef>
                <a:spcPts val="100"/>
              </a:spcBef>
              <a:tabLst>
                <a:tab pos="2100580" algn="l"/>
              </a:tabLst>
            </a:pPr>
            <a:r>
              <a:rPr lang="en-US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B94238F-3602-7290-0068-8ACFAC5DC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22" y="1108151"/>
            <a:ext cx="1069603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 &amp; Carbon Credits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mapping, auto carbon credits &amp; AI crop suggestions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Plant Disease Detection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Camera-based detection with treatment &amp; cost info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Predictive Analytics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crop, yield &amp; ROI predictions using data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Gamified Plant Explorer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plant discovery with points &amp; learning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AI Farm Assistant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Multilingual, personalized farming guidance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99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C64C18-0A10-7DDF-2AB3-AD3EFE234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9" r="3288"/>
          <a:stretch>
            <a:fillRect/>
          </a:stretch>
        </p:blipFill>
        <p:spPr>
          <a:xfrm>
            <a:off x="792479" y="737781"/>
            <a:ext cx="9570721" cy="5693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AD96FF-5767-0361-57B0-EE483BDFB227}"/>
              </a:ext>
            </a:extLst>
          </p:cNvPr>
          <p:cNvSpPr txBox="1"/>
          <p:nvPr/>
        </p:nvSpPr>
        <p:spPr>
          <a:xfrm>
            <a:off x="640080" y="290161"/>
            <a:ext cx="4246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Flow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013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CFA823-EE7D-34AB-34B6-14EEB0336132}"/>
              </a:ext>
            </a:extLst>
          </p:cNvPr>
          <p:cNvSpPr txBox="1"/>
          <p:nvPr/>
        </p:nvSpPr>
        <p:spPr>
          <a:xfrm>
            <a:off x="568960" y="132080"/>
            <a:ext cx="434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81B43-E678-7A20-B71D-EE584604F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25"/>
          <a:stretch>
            <a:fillRect/>
          </a:stretch>
        </p:blipFill>
        <p:spPr>
          <a:xfrm>
            <a:off x="169515" y="568464"/>
            <a:ext cx="11852969" cy="615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83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ADC55-E9CF-79E6-B9D5-174615200094}"/>
              </a:ext>
            </a:extLst>
          </p:cNvPr>
          <p:cNvSpPr txBox="1"/>
          <p:nvPr/>
        </p:nvSpPr>
        <p:spPr>
          <a:xfrm>
            <a:off x="528320" y="325120"/>
            <a:ext cx="416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D58CF6-FFF0-B6E2-75DD-54FDF4E1C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673" y="848338"/>
            <a:ext cx="3203650" cy="31372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2DB241-DD2B-D023-B2BD-B186A138E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92" y="848339"/>
            <a:ext cx="4038208" cy="3137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7DB749-6494-7136-D508-489903630E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92" y="4130508"/>
            <a:ext cx="3286368" cy="2348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5FC009-1FA1-D8C8-F20A-E6BB90D02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525" y="4130508"/>
            <a:ext cx="3043946" cy="27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51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C23CC-4588-3697-A6D9-4EECB3FFD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73" y="0"/>
            <a:ext cx="4032568" cy="36659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D3CE6-0D58-5303-9707-18DEB4855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757" y="3996158"/>
            <a:ext cx="6176327" cy="24821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E40F0F-8CC9-8A0E-DB63-3EE5DDC80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160" y="509930"/>
            <a:ext cx="6990080" cy="280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21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88FF9-BE63-2E4D-BCFD-639AD8F6D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4165600"/>
            <a:ext cx="5628640" cy="2497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1533C8-D2F2-0BBD-9FA0-E0F24B496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0" y="4102385"/>
            <a:ext cx="5791200" cy="2624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F6227C-9590-F4A6-95BE-5FB73459F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0"/>
            <a:ext cx="8625840" cy="388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14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84F167-08C0-5A17-9C85-5F11915E1401}"/>
              </a:ext>
            </a:extLst>
          </p:cNvPr>
          <p:cNvSpPr txBox="1"/>
          <p:nvPr/>
        </p:nvSpPr>
        <p:spPr>
          <a:xfrm>
            <a:off x="457200" y="330199"/>
            <a:ext cx="9499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>
              <a:buNone/>
            </a:pPr>
            <a:endParaRPr lang="en-US" sz="1200" b="1" dirty="0"/>
          </a:p>
          <a:p>
            <a:pPr>
              <a:buNone/>
            </a:pPr>
            <a:endParaRPr 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0B57B-E077-27C6-AE86-A2FBD13A1849}"/>
              </a:ext>
            </a:extLst>
          </p:cNvPr>
          <p:cNvSpPr txBox="1"/>
          <p:nvPr/>
        </p:nvSpPr>
        <p:spPr>
          <a:xfrm>
            <a:off x="599440" y="1161197"/>
            <a:ext cx="86563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Farming Decisions: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crop suggestions based on farm history, soil, weather &amp; market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Crop Losses: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plant disease detection helps prevent major yield damage and improves productivity.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Farmer Income: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Carbon credit calculation + ₹ conversion creates a new revenue stream for sustainable farming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User Engagement: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Gamified plant explorer increases daily app usage and learning interest.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Ecosystem: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learning from user behavior builds smarter predictions and better recommendations over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85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65625" y="6456004"/>
            <a:ext cx="196427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>
              <a:lnSpc>
                <a:spcPts val="1207"/>
              </a:lnSpc>
            </a:pPr>
            <a:r>
              <a:rPr sz="1200" spc="-17" dirty="0">
                <a:solidFill>
                  <a:srgbClr val="878787"/>
                </a:solidFill>
                <a:latin typeface="Calibri"/>
                <a:cs typeface="Calibri"/>
              </a:rPr>
              <a:t>‹#›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1556" y="406400"/>
            <a:ext cx="5731112" cy="562547"/>
          </a:xfrm>
          <a:prstGeom prst="rect">
            <a:avLst/>
          </a:prstGeom>
        </p:spPr>
        <p:txBody>
          <a:bodyPr vert="horz" wrap="square" lIns="0" tIns="8467" rIns="0" bIns="0" rtlCol="0" anchor="t">
            <a:spAutoFit/>
          </a:bodyPr>
          <a:lstStyle/>
          <a:p>
            <a:pPr marL="8467">
              <a:spcBef>
                <a:spcPts val="67"/>
              </a:spcBef>
              <a:tabLst>
                <a:tab pos="1712469" algn="l"/>
                <a:tab pos="2469003" algn="l"/>
              </a:tabLst>
            </a:pPr>
            <a:r>
              <a:rPr b="1" spc="-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b="1" spc="-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b="1" spc="-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2BF7277-EC22-220A-4B44-58D6C89A3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5" y="1561821"/>
            <a:ext cx="993986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detection using drones in precision agriculture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Chin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(Springer)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review on the use of drones and machine learning for plant disease detection in precision agriculture.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https://link.springer.com/article/10.1007/s11119-023-10014-y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 with IoT and Machine Learning for Crop Recommendation and Disease Detection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Discusses IoT + ML for crop recommendation and disease prediction in smart agriculture.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https://www.ijraset.com/research-paper/smart-farming-with-iot-and-machine-learning-for-crop-recommendation-and-disease-detection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Predicting soil organic carbon with ensemble learning using satellite images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Mundada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Jain (Scientific Reports)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satellite data and ML for soil/carbon analysis, relevant to carbon credit estimation.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https://www.nature.com/articles/s41598-025-09804-3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based real time disease diagnosis in plants using deep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(Scientific Reports)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Real-time, automated CNN-based plant disease diagnosis relevant to your camera AI 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436</TotalTime>
  <Words>781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kshatriyarajanya26@gmail.com</dc:creator>
  <cp:lastModifiedBy>Sagar Mane</cp:lastModifiedBy>
  <cp:revision>2</cp:revision>
  <dcterms:created xsi:type="dcterms:W3CDTF">2026-02-12T14:30:15Z</dcterms:created>
  <dcterms:modified xsi:type="dcterms:W3CDTF">2026-02-13T05:33:31Z</dcterms:modified>
</cp:coreProperties>
</file>